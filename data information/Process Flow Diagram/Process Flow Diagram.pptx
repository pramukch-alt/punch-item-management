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2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CD04-1317-05F2-6B26-A55323B0C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BA325-EE77-70F1-3825-36E08E68E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0966D-FC66-5B7A-DF46-18629715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2A8EF-C770-B8A0-B852-3319ACA8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F3569-26F3-B97E-3378-30907A71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5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C665-D5A8-3FAC-E054-C4108C1C7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494B0-29E2-6DB7-8C91-51DBEAF22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3D573-ADCB-4AF6-FF53-8BC59090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3AD2-9E09-E9F6-F7A7-CED6CFC3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A8531-F898-8A1D-8B09-67796739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97CC-14EB-3229-FD4F-FE2965355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8BB47-A2EC-3151-8109-A8CC046D7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457C1-6FF6-B388-BE16-9F386900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D3B37-3D05-75EE-9D35-D63A5268F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BFC41-9E6E-3141-E99B-7893FD0A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2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ADC3-2315-85DB-89F0-F32D0CB4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59A9-1800-FE54-0028-4D1126A02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B3E35-E131-7B3A-55BE-5B08DD5E1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AAE08-0A56-951A-1B78-57D555B7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823EA-55B5-CA7B-2CC2-FB22EA814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943A1-BEAD-FD02-F232-B15473D3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8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EE5C-E2AA-E2DC-C850-90D6DF0D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57F98-3DBC-6F55-65A4-6EBF034D6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6876E-EC1B-C3F3-5487-0B76A6792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7221A-17B7-7F67-1D18-CED74AA06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EE92F-A01E-46F5-764E-1CD947325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B9FDB3-4834-8598-D184-F12E7180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B63A0-1941-6823-4044-94C302DF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8FE42E-0FCB-1ED7-4020-25D720D7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6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FFED6-6550-E7C3-CE30-4E27605C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91B2D-5300-C144-7B23-005E05F3D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FE796-5A58-B52F-7EDF-6A329281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9B2CF-B3E5-5829-861F-E6EB7E68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26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05BF2-87DD-324C-D1CB-CCBA18E7C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33738-1BEA-0867-FAD6-748FBE55B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42E7-F9A2-B659-CBF2-C9CBCE01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2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E3AA-5DCD-F3AB-C0D8-BAFE9C9D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EB79F-70EF-97FB-F884-4485AA214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A3F8F-FE70-1242-0C12-EA67F38CE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7943B-5761-0107-7FED-C4551FF6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0CD43-BDF3-051A-42CA-B5662C6C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F957B-C5F0-43EE-4A7C-DF611719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7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333C-DFDB-0033-5FA7-A63E457E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E4D52-0041-90DC-0C5D-6E3E1D906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317FC-4B01-DE86-3991-2D4CE04C3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2A24E-E37C-25F1-09E3-464604F4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EF2FA-18B4-2846-A812-DD43485A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C6AA5-D3BB-585E-AE24-DE2B54A2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1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1061-C47C-6179-5857-9EBCDF33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D000A-9D02-70F0-51D9-CF98E9B6A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D5640-28A2-9E04-AB3B-F6629DFC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588E8-7BF4-00AD-FE2D-E497F134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947B2-8D26-1B40-AB52-22E285A5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7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6B106-25DE-901C-B303-E37D682C7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E91B0-C26B-6F0B-E6F7-831EEAE42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7D097-91E4-B01D-F42C-E566DB7D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0F97B-8881-35ED-08D1-20A7E97B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0FD7B-0F8A-973A-3A2D-86276164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9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10C916-A229-6FC8-D981-940CB5F1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9C540-911F-E4AD-6845-E015738D7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0BDC5-FC29-BA07-8C6F-685543848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36310-AE92-4019-9BC3-8F0150EA4C1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92885-19B3-BB13-6649-4DA712392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E6CAF-AB9F-11E7-733B-83EF89E83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29871-6827-4F53-8A75-3FDE4E20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676FF8-1E32-422C-606F-B3A56AC95AFA}"/>
              </a:ext>
            </a:extLst>
          </p:cNvPr>
          <p:cNvSpPr/>
          <p:nvPr/>
        </p:nvSpPr>
        <p:spPr>
          <a:xfrm>
            <a:off x="0" y="1360170"/>
            <a:ext cx="2423160" cy="5943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Contractor</a:t>
            </a: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Punch Item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F70321-6415-FBD0-E35A-1FBDDAE26DC3}"/>
              </a:ext>
            </a:extLst>
          </p:cNvPr>
          <p:cNvSpPr/>
          <p:nvPr/>
        </p:nvSpPr>
        <p:spPr>
          <a:xfrm>
            <a:off x="0" y="2205990"/>
            <a:ext cx="2423160" cy="5943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Contractor </a:t>
            </a:r>
            <a:b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and submit to OE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6EE9A9-52D0-A7E7-4669-96823B66E727}"/>
              </a:ext>
            </a:extLst>
          </p:cNvPr>
          <p:cNvSpPr/>
          <p:nvPr/>
        </p:nvSpPr>
        <p:spPr>
          <a:xfrm>
            <a:off x="2804160" y="2205990"/>
            <a:ext cx="2423160" cy="5943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Punch Item status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Submitted to OE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5E30975-4CF5-AF30-8420-C1226291CFFC}"/>
              </a:ext>
            </a:extLst>
          </p:cNvPr>
          <p:cNvSpPr/>
          <p:nvPr/>
        </p:nvSpPr>
        <p:spPr>
          <a:xfrm>
            <a:off x="2804160" y="3006090"/>
            <a:ext cx="2423160" cy="902970"/>
          </a:xfrm>
          <a:prstGeom prst="diamond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OE Consider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E65F9A-7168-D5F5-DEA3-EC88E576E090}"/>
              </a:ext>
            </a:extLst>
          </p:cNvPr>
          <p:cNvSpPr/>
          <p:nvPr/>
        </p:nvSpPr>
        <p:spPr>
          <a:xfrm>
            <a:off x="2804160" y="4120515"/>
            <a:ext cx="2423160" cy="5943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OE fills reasons for rejection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B582C7-534D-671E-C9DA-CE849FBC4794}"/>
              </a:ext>
            </a:extLst>
          </p:cNvPr>
          <p:cNvSpPr/>
          <p:nvPr/>
        </p:nvSpPr>
        <p:spPr>
          <a:xfrm>
            <a:off x="5448300" y="3160395"/>
            <a:ext cx="2423160" cy="5943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 to Owner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2F8880-69F2-8062-2125-12CF0738106D}"/>
              </a:ext>
            </a:extLst>
          </p:cNvPr>
          <p:cNvSpPr/>
          <p:nvPr/>
        </p:nvSpPr>
        <p:spPr>
          <a:xfrm>
            <a:off x="8237220" y="5057775"/>
            <a:ext cx="2423160" cy="594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 fills reasons for rejection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55E34E-C267-3756-EBC7-6BF9D72EA8B8}"/>
              </a:ext>
            </a:extLst>
          </p:cNvPr>
          <p:cNvSpPr/>
          <p:nvPr/>
        </p:nvSpPr>
        <p:spPr>
          <a:xfrm>
            <a:off x="8237220" y="3160395"/>
            <a:ext cx="2423160" cy="594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Punch Item status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Submitted to OE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D54A931A-037F-2157-3181-5DA3FEC16CA3}"/>
              </a:ext>
            </a:extLst>
          </p:cNvPr>
          <p:cNvSpPr/>
          <p:nvPr/>
        </p:nvSpPr>
        <p:spPr>
          <a:xfrm>
            <a:off x="8237220" y="3954780"/>
            <a:ext cx="2423160" cy="902970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 Consider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0C51F8-0BEA-DD04-5574-FFCA20FE6C0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211580" y="2800350"/>
            <a:ext cx="0" cy="2554605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B9FC11-F682-6079-E0F8-50BA576C7E41}"/>
              </a:ext>
            </a:extLst>
          </p:cNvPr>
          <p:cNvCxnSpPr>
            <a:endCxn id="11" idx="1"/>
          </p:cNvCxnSpPr>
          <p:nvPr/>
        </p:nvCxnSpPr>
        <p:spPr>
          <a:xfrm>
            <a:off x="1211580" y="4417695"/>
            <a:ext cx="15925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6C0C50-C4C7-5C37-3325-D65D36C63183}"/>
              </a:ext>
            </a:extLst>
          </p:cNvPr>
          <p:cNvCxnSpPr>
            <a:cxnSpLocks/>
          </p:cNvCxnSpPr>
          <p:nvPr/>
        </p:nvCxnSpPr>
        <p:spPr>
          <a:xfrm>
            <a:off x="1211580" y="5354955"/>
            <a:ext cx="70256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6979D6-F919-6408-76F0-EF27F4FD2EF2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423160" y="2503170"/>
            <a:ext cx="381000" cy="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04377A3-81AC-9622-D3C5-BC388CDFF32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257800" y="3457575"/>
            <a:ext cx="190500" cy="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225AB7B-A3D5-0DDD-7820-B02573D7088D}"/>
              </a:ext>
            </a:extLst>
          </p:cNvPr>
          <p:cNvCxnSpPr/>
          <p:nvPr/>
        </p:nvCxnSpPr>
        <p:spPr>
          <a:xfrm>
            <a:off x="7871460" y="3438224"/>
            <a:ext cx="381000" cy="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0A8C20C-F2CC-69A3-864A-DBD724D60DB1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015740" y="2800350"/>
            <a:ext cx="0" cy="20574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07243A-8FB5-3B26-57CC-45F0897D46B0}"/>
              </a:ext>
            </a:extLst>
          </p:cNvPr>
          <p:cNvCxnSpPr/>
          <p:nvPr/>
        </p:nvCxnSpPr>
        <p:spPr>
          <a:xfrm>
            <a:off x="4019127" y="3909060"/>
            <a:ext cx="0" cy="20574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91AA0F8-40B6-D145-622C-418C70A6C557}"/>
              </a:ext>
            </a:extLst>
          </p:cNvPr>
          <p:cNvSpPr txBox="1"/>
          <p:nvPr/>
        </p:nvSpPr>
        <p:spPr>
          <a:xfrm>
            <a:off x="4859867" y="3006090"/>
            <a:ext cx="9948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32D9B1-AAA0-7BB2-53FE-1676AAD5CF69}"/>
              </a:ext>
            </a:extLst>
          </p:cNvPr>
          <p:cNvSpPr txBox="1"/>
          <p:nvPr/>
        </p:nvSpPr>
        <p:spPr>
          <a:xfrm>
            <a:off x="4093634" y="3806547"/>
            <a:ext cx="9948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BDDEE3-EDA7-5292-A761-B75D6F12DDE7}"/>
              </a:ext>
            </a:extLst>
          </p:cNvPr>
          <p:cNvSpPr txBox="1"/>
          <p:nvPr/>
        </p:nvSpPr>
        <p:spPr>
          <a:xfrm>
            <a:off x="10281497" y="3930134"/>
            <a:ext cx="9948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5AF11-AE30-F522-8DB7-62D4AF6F9F5A}"/>
              </a:ext>
            </a:extLst>
          </p:cNvPr>
          <p:cNvSpPr txBox="1"/>
          <p:nvPr/>
        </p:nvSpPr>
        <p:spPr>
          <a:xfrm>
            <a:off x="9515264" y="4730591"/>
            <a:ext cx="9948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48C7162-870D-6F11-A9C7-E16983C6C97C}"/>
              </a:ext>
            </a:extLst>
          </p:cNvPr>
          <p:cNvCxnSpPr/>
          <p:nvPr/>
        </p:nvCxnSpPr>
        <p:spPr>
          <a:xfrm>
            <a:off x="9449223" y="3754755"/>
            <a:ext cx="0" cy="20574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00DD130-E952-90CA-C431-E2FC60DEDD45}"/>
              </a:ext>
            </a:extLst>
          </p:cNvPr>
          <p:cNvCxnSpPr/>
          <p:nvPr/>
        </p:nvCxnSpPr>
        <p:spPr>
          <a:xfrm>
            <a:off x="9449223" y="4857750"/>
            <a:ext cx="0" cy="20574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0E45315-5A0A-C563-0F38-B6E217BE4210}"/>
              </a:ext>
            </a:extLst>
          </p:cNvPr>
          <p:cNvSpPr/>
          <p:nvPr/>
        </p:nvSpPr>
        <p:spPr>
          <a:xfrm>
            <a:off x="10927080" y="4109085"/>
            <a:ext cx="1264920" cy="5943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 Closed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5342A11-8E52-91EF-48A2-CF8184BE7D91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0660380" y="4406265"/>
            <a:ext cx="266700" cy="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6ACA587-3C34-FE4D-C35D-1FBEE8EEECA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211580" y="1954530"/>
            <a:ext cx="0" cy="25146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C67783B3-1587-8C77-1933-A5B4FDF4DF39}"/>
              </a:ext>
            </a:extLst>
          </p:cNvPr>
          <p:cNvSpPr/>
          <p:nvPr/>
        </p:nvSpPr>
        <p:spPr>
          <a:xfrm>
            <a:off x="0" y="0"/>
            <a:ext cx="12192000" cy="6629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 Flow Diagram</a:t>
            </a:r>
          </a:p>
        </p:txBody>
      </p:sp>
    </p:spTree>
    <p:extLst>
      <p:ext uri="{BB962C8B-B14F-4D97-AF65-F5344CB8AC3E}">
        <p14:creationId xmlns:p14="http://schemas.microsoft.com/office/powerpoint/2010/main" val="286091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50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Pramuk Chumchan</dc:creator>
  <cp:lastModifiedBy>Pramuk Chumchan</cp:lastModifiedBy>
  <cp:revision>3</cp:revision>
  <dcterms:created xsi:type="dcterms:W3CDTF">2026-08-30T01:43:21Z</dcterms:created>
  <dcterms:modified xsi:type="dcterms:W3CDTF">2026-08-30T02:44:38Z</dcterms:modified>
</cp:coreProperties>
</file>