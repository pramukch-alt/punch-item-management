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110"/>
    <a:srgbClr val="202F44"/>
    <a:srgbClr val="23458F"/>
    <a:srgbClr val="F4F3F6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A6C94-3F24-ABC6-297D-0EE55D7BB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15CE2-7B23-8B39-22F6-3BDE7653E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B8F93-0AEE-1D7C-0FF5-0C63AAF03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50BC6-CBD7-133D-EF55-6A59EA504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3AC9-B316-A3A0-16A5-0BC77421A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1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8B0C2-71C6-C620-0DA9-7138EF30C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EFBE7-5946-533B-457E-FE43CB741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3C525-8D48-9F8D-6D04-D8A49D22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D8905-BE4D-231E-2987-B670FBA4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7D77-D3D0-5501-76AC-66419EE3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2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22F0-E15D-9C3B-A95A-89B08D3D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6DCDC-BF07-E994-E4D7-2062D9B04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F3003-01B3-E80E-9118-02AE35556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281F1-9ACD-A25A-8316-A1CAC473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07A7D-CF35-0655-26B6-5704D995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8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E530-57A6-F90C-743E-DFCCDF9D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5239-7101-6BAD-93E3-F0A75E052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99C1F-7660-07A0-300A-CCC9FF7CD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91EBD-2FB3-C479-0B27-8C7E27D76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259FC-6B4E-A3A2-DCD3-36EB95326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F7EAF-4EE4-FBEF-406A-813B57C6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1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81E0-688D-6576-8F11-801078400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9271F-3C72-19D9-15C3-781ACCF91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3F460-6E6C-6793-F436-EA9190AC4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93380-39C3-62DF-57DB-231358787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5E709-EA4E-4CFE-4812-67D37DD24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FA890F-E3FD-695A-2399-DDECFF5A6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55167-46BA-8E28-CFAB-B7D986F02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47B4B1-4363-5928-221F-01A8FA86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0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69541-852A-2B2C-6E2E-5297BFFC5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839FF-AD3E-39B2-E374-3F0AACA9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7676A-4F2B-4DAA-D975-E4B44C75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73550-9E3B-8414-4FC4-067EBBC4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3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C68AA5-E450-FD92-C6A1-DA86A6BC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1F45C-38A6-CCB9-9174-F85DD11C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1FEC7-A22A-0486-9FA8-DADD0951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D0FD-3F58-B94D-326A-E3C8ED9A6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0621A-4AFB-E4F5-B0F1-C2B13EFE5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F93DD-D7E3-CC09-B1DC-6AF2723E2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49161-82B6-BD31-0C6E-074414A5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DAB89-93A2-FD2D-5695-34B984CB1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69C28-CDA8-6610-0540-41A8E96FD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94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7FCE1-AAF9-E06E-B0F0-8DEC2FF2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07C197-AD45-8930-3918-BB4A2CD0A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08FC5-9813-05E6-4785-8EF8CB8F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841F2-9D1B-B6E1-5F95-A2E20B0E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9ADA5-30DF-07E6-1B77-507B25F8C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47F7B-E23E-369A-B097-9CCB22585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9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919F-7885-80EA-1C4F-43C4A4DA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CADC2-9D05-3B29-8810-CC0CAD84C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6630C-7E8A-799E-9F42-9E30FA8C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3182-5F1C-3BCC-5B2C-22CB882F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8CB87-7C88-8B8D-D798-51C521F2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53CB6-B811-3B69-1D1F-EB2231D53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DDB92-6159-C02A-0E6B-33C687071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AF4F7-3A7C-537E-CE05-070EF6BFB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1FC09-03A4-A17F-4C88-7CF4786E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363B5-813F-DA23-9D4B-2FD6BD47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87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4DDF22-FC79-815B-C1DC-FD802ED3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00AE8-4D23-47B0-9A0F-F0D92422E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6EF4D-5E9C-80F0-FB70-8E70C277E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973E61-5D04-4140-92DE-7DCE182B60E5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DF8E8-3E1D-AD5F-0720-D181E61944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970DE-5496-083A-933C-7E4BB6F21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5D981-5EFF-4F14-9370-540C82EBE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93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36653D-07A1-3FE7-0D6C-CDD3D331D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" r="15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31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63C8A54-F038-65B4-A075-DB59D65EF53B}"/>
              </a:ext>
            </a:extLst>
          </p:cNvPr>
          <p:cNvGrpSpPr/>
          <p:nvPr/>
        </p:nvGrpSpPr>
        <p:grpSpPr>
          <a:xfrm>
            <a:off x="3314700" y="2080260"/>
            <a:ext cx="7827432" cy="2686050"/>
            <a:chOff x="3314700" y="2080260"/>
            <a:chExt cx="7827432" cy="268605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F65526C-DE0D-BAA7-A50E-EC6A3B934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8FAF9"/>
                </a:clrFrom>
                <a:clrTo>
                  <a:srgbClr val="F8FAF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879" t="30334" r="53434" b="30500"/>
            <a:stretch>
              <a:fillRect/>
            </a:stretch>
          </p:blipFill>
          <p:spPr>
            <a:xfrm>
              <a:off x="3314700" y="2080260"/>
              <a:ext cx="2349500" cy="268605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BB0F623-16F4-CCB4-5804-136968051B38}"/>
                </a:ext>
              </a:extLst>
            </p:cNvPr>
            <p:cNvGrpSpPr/>
            <p:nvPr/>
          </p:nvGrpSpPr>
          <p:grpSpPr>
            <a:xfrm>
              <a:off x="5783579" y="2564403"/>
              <a:ext cx="5358553" cy="1717764"/>
              <a:chOff x="5783579" y="2472434"/>
              <a:chExt cx="5358553" cy="171776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AEFCC8-DC34-5210-B1B9-0BF0BB0E1E1B}"/>
                  </a:ext>
                </a:extLst>
              </p:cNvPr>
              <p:cNvSpPr txBox="1"/>
              <p:nvPr/>
            </p:nvSpPr>
            <p:spPr>
              <a:xfrm>
                <a:off x="5783579" y="2472434"/>
                <a:ext cx="5358553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0" b="1" dirty="0">
                    <a:solidFill>
                      <a:srgbClr val="202F44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</a:rPr>
                  <a:t>PunchPro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7273A9-B5B9-AA51-F7D8-B7D8BDBFD9CF}"/>
                  </a:ext>
                </a:extLst>
              </p:cNvPr>
              <p:cNvSpPr txBox="1"/>
              <p:nvPr/>
            </p:nvSpPr>
            <p:spPr>
              <a:xfrm>
                <a:off x="5821678" y="3590034"/>
                <a:ext cx="5151122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300" b="1" dirty="0">
                    <a:solidFill>
                      <a:srgbClr val="202F44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</a:rPr>
                  <a:t>Inspect </a:t>
                </a:r>
                <a:r>
                  <a:rPr lang="en-US" sz="3300" b="1" dirty="0">
                    <a:solidFill>
                      <a:srgbClr val="FCA110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  <a:sym typeface="Webdings" panose="05030102010509060703" pitchFamily="18" charset="2"/>
                  </a:rPr>
                  <a:t></a:t>
                </a:r>
                <a:r>
                  <a:rPr lang="en-US" sz="3300" b="1" dirty="0">
                    <a:solidFill>
                      <a:srgbClr val="202F44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</a:rPr>
                  <a:t> Resolve</a:t>
                </a:r>
                <a:r>
                  <a:rPr lang="en-US" sz="3300" b="1" dirty="0">
                    <a:solidFill>
                      <a:srgbClr val="202F44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  <a:sym typeface="Webdings" panose="05030102010509060703" pitchFamily="18" charset="2"/>
                  </a:rPr>
                  <a:t> </a:t>
                </a:r>
                <a:r>
                  <a:rPr lang="en-US" sz="3300" b="1" dirty="0">
                    <a:solidFill>
                      <a:srgbClr val="FCA110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  <a:sym typeface="Webdings" panose="05030102010509060703" pitchFamily="18" charset="2"/>
                  </a:rPr>
                  <a:t></a:t>
                </a:r>
                <a:r>
                  <a:rPr lang="en-US" sz="3300" b="1" dirty="0">
                    <a:solidFill>
                      <a:srgbClr val="202F44"/>
                    </a:solidFill>
                    <a:latin typeface="DB Ramintra X Bold" panose="02000506090000020004" pitchFamily="2" charset="-34"/>
                    <a:cs typeface="DB Ramintra X Bold" panose="02000506090000020004" pitchFamily="2" charset="-34"/>
                  </a:rPr>
                  <a:t> Close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310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DB Ramintra X Bold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Pramuk Chumchan</dc:creator>
  <cp:lastModifiedBy>Pramuk Chumchan</cp:lastModifiedBy>
  <cp:revision>1</cp:revision>
  <dcterms:created xsi:type="dcterms:W3CDTF">2026-09-13T11:27:15Z</dcterms:created>
  <dcterms:modified xsi:type="dcterms:W3CDTF">2026-09-13T11:40:00Z</dcterms:modified>
</cp:coreProperties>
</file>